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FynnEdge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alibri"/>
                <a:solidFill>
                  <a:srgbClr val="1F2937"/>
                </a:solidFill>
              </a:rPr>
              <a:t>Flutter ↔ Laravel API</a:t>
            </a:r>
          </a:p>
          <a:p>
            <a:pPr marL="0" indent="0">
              <a:buNone/>
            </a:pPr>
            <a:r>
              <a:rPr lang="en-GB" sz="2000" dirty="0">
                <a:latin typeface="Calibri"/>
                <a:solidFill>
                  <a:srgbClr val="1F2937"/>
                </a:solidFill>
              </a:rPr>
              <a:t>Screen-to-Screen API Flow</a:t>
            </a:r>
          </a:p>
          <a:p>
            <a:endParaRPr lang="en-GB" sz="2000"/>
          </a:p>
          <a:p>
            <a:pPr marL="0" indent="0">
              <a:buNone/>
            </a:pPr>
            <a:r>
              <a:rPr lang="en-GB" sz="2000" dirty="0">
                <a:latin typeface="Calibri"/>
                <a:solidFill>
                  <a:srgbClr val="1F2937"/>
                </a:solidFill>
              </a:rPr>
              <a:t>41 screens · 45 routes · 70 endpoints in use</a:t>
            </a:r>
          </a:p>
          <a:p>
            <a:pPr marL="0" indent="0">
              <a:buNone/>
            </a:pPr>
            <a:r>
              <a:rPr lang="en-GB" sz="2000" dirty="0">
                <a:latin typeface="Calibri"/>
                <a:solidFill>
                  <a:srgbClr val="1F2937"/>
                </a:solidFill>
              </a:rPr>
              <a:t>Generated from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Screen  (lib/features)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↓  ref.read(xProvider)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Riverpod controller / repository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Service  (lib/data/services)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ApiClient  →  Authorization: Bearer &lt;token&gt;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Laravel  /api/v1/*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Controller → Service → Model → MySQL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Authentication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SplashScreen  /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  token stored?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LoginScreen  /login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  POST /auth/send-otp        {mobile}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OtpScreen  /otp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  POST /auth/verify-otp      {mobile, reference, code}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←  {token, is_new_user, expires_at, profile}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is_new_user → /onboarding/profile → intent → goal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returning   → /home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Token: 30 days · revoked per device by POST /auth/logout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By the numbers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Flutter screens                     41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GoRouter routes                     45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Service classes calling the API     19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API call sites in Flutter           70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Unique endpoints used               70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Laravel API routes                  82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Matched to a Laravel route          70 of 70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Unmatched (calls nothing exists)    0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Laravel operations unused by app  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Applying for a loan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HomeScreen /home                    GET /home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LoanDiscoveryScreen                 GET /products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LoanOptionsScreen                   GET /fynn-match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LoanDetailScreen /loan/:id          GET /fynn-match/{id}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  Apply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ApplicationReviewScreen             POST /applications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ApplicationDetailScreen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  /applications/{id}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GET/POST /applications/{id}/documents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POST /applications/{id}/submit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└ POST /applications/{id}/submission   → 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Vault and verification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VaultScreen /vault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    /documents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    /documents/limits      10 MB · PDF, JPEG, PNG, HEIC, WebP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POST   /documents             multipart/form-data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    /documents/{id}/download   authenticated every  request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└ DELETE /documents/{id}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ScanScreen /scan/:id    GET/POST /documents/{id}/scan   → 501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KycScreen  /kyc/:id     GET/POST /documents/{id}/kyc    → 501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No public or signed URL. Bytes only via an authenticated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Support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SupportScreen /support        GET /support/cases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                        GET /support/categories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  Get help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SupportRequestScreen          POST /support/cases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                           (idempotency_key)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↓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SupportCaseScreen /support/cases/:id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GET  /support/cases/{id}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├ POST /support/cases/{id}/messages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 └ POST /support/cases/{id}/close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Error handling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401  UnauthorizedException          → session cleared, back to /login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403  PermissionRequiredException    → prompts for the missing consent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404  NotFoundException              → not found OR not yours (indistinguishable)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422  ValidationException            → inline field errors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429  RateLimitedException           → honours Retry-After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501  CapabilityUnavailableException → feature explained as unavailable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502+ UpstreamUnavailableException   → retry prompt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—    NetworkException               → offline state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404-not-403 is deliberate: existence cannot be probed.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Capabilities with no provider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Credit bureau       POST /credit/check                 501 not_configured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Lender submission   POST /applications/{id}/submission  501 lender_provider_unavailable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Identity (KYC)      POST /documents/{id}/kyc            501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Document reading    POST /documents/{id}/scan           501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Push delivery       notification devices                no driver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Refusal paths are tested.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Success paths NOT VERIFIED until a provider is connected.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Endpoints not used by the app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DELETE  /ai/memory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DELETE  /ai/memory/{param}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DELETE  /notifications/devices/{param}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/ai/context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/ai/memory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/financial-summary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/goals/{param}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/notifications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GET  /notifications/{param}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PATCH  /applications/{param}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PATCH  /financial-profile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POST  /compare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Unused is not unnecessary — PATCH variants duplicate PUT endpoints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the app does use; provider-events is not a customer endpoint.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Testing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Flutter contract test    ../fynnedge/test/api_contract_test.dart   113/113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Laravel suite            php artisan test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Ownership / IDOR         IdorMatrixTest, OwnershipCoverageTest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Rate limits              RateLimitCoverageTest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php artisan serve --port=8123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flutter test test/api_contract_test.dart \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  --dart-define=FYNN_API_BASE=http://127.0.0.1:8123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1005840"/>
            <a:ext cx="1280160" cy="4572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640080" y="411480"/>
            <a:ext cx="10911840" cy="54864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en-GB" sz="3200" b="1" dirty="0">
                <a:latin typeface="Calibri Light"/>
                <a:solidFill>
                  <a:srgbClr val="0F172A"/>
                </a:solidFill>
              </a:rPr>
              <a:t>Reference</a:t>
            </a:r>
          </a:p>
        </p:txBody>
      </p:sp>
      <p:sp>
        <p:nvSpPr>
          <p:cNvPr id="4" name="Body"/>
          <p:cNvSpPr/>
          <p:nvPr/>
        </p:nvSpPr>
        <p:spPr>
          <a:xfrm>
            <a:off x="640080" y="1325880"/>
            <a:ext cx="10911840" cy="480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OpenAPI UI      /docs/api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OpenAPI spec    /docs/api.json        82 operations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Full detail     docs/flutter-screen-api-flow.md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Plain text      docs/flutter-screen-api-flow.txt</a:t>
            </a:r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Routes          php artisan route:list --path=api/v1</a:t>
            </a:r>
          </a:p>
          <a:p>
            <a:endParaRPr lang="en-GB" sz="1400"/>
          </a:p>
          <a:p>
            <a:pPr marL="0" indent="0">
              <a:buNone/>
            </a:pPr>
            <a:r>
              <a:rPr lang="en-GB" sz="1400" dirty="0">
                <a:latin typeface="Consolas"/>
                <a:solidFill>
                  <a:srgbClr val="1F2937"/>
                </a:solidFill>
              </a:rPr>
              <a:t>Examples use reserved test numbers and invented data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ynnEdge">
  <a:themeElements>
    <a:clrScheme name="FynnEdge">
      <a:dk1>
        <a:sysClr val="windowText" lastClr="000000"/>
      </a:dk1>
      <a:lt1>
        <a:sysClr val="window" lastClr="FFFFFF"/>
      </a:lt1>
      <a:dk2>
        <a:srgbClr val="1F2937"/>
      </a:dk2>
      <a:lt2>
        <a:srgbClr val="F1F5F9"/>
      </a:lt2>
      <a:accent1>
        <a:srgbClr val="0EA5A4"/>
      </a:accent1>
      <a:accent2>
        <a:srgbClr val="0891B2"/>
      </a:accent2>
      <a:accent3>
        <a:srgbClr val="6366F1"/>
      </a:accent3>
      <a:accent4>
        <a:srgbClr val="F59E0B"/>
      </a:accent4>
      <a:accent5>
        <a:srgbClr val="10B981"/>
      </a:accent5>
      <a:accent6>
        <a:srgbClr val="EF4444"/>
      </a:accent6>
      <a:hlink>
        <a:srgbClr val="0EA5A4"/>
      </a:hlink>
      <a:folHlink>
        <a:srgbClr val="6366F1"/>
      </a:folHlink>
    </a:clrScheme>
    <a:fontScheme name="FynnEd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ynnEd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FynnEdge docs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FynnEdge - Flutter to API Flow</dc:title>
</cp:coreProperties>
</file>